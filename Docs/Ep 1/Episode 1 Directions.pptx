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4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9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9/24/2026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961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9/24/2026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491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9/24/2026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757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9/24/2026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21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9/24/2026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66363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9/24/2026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357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9/24/2026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36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9/24/2026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6415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9/24/2026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50362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9/24/2026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451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9/24/2026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855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9/24/2026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80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07" r:id="rId6"/>
    <p:sldLayoutId id="2147483803" r:id="rId7"/>
    <p:sldLayoutId id="2147483804" r:id="rId8"/>
    <p:sldLayoutId id="2147483805" r:id="rId9"/>
    <p:sldLayoutId id="2147483806" r:id="rId10"/>
    <p:sldLayoutId id="21474838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05BB74C-33FB-4335-8808-49E247F7B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1225106"/>
            <a:ext cx="8132066" cy="37889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7AB7B-3F75-D5BE-A1B3-A150097CC9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3402" y="1841412"/>
            <a:ext cx="6406559" cy="2688020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Episode 1</a:t>
            </a: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AE182039-98DF-6A5B-EE99-BC5A2C915D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44" r="24133" b="1"/>
          <a:stretch>
            <a:fillRect/>
          </a:stretch>
        </p:blipFill>
        <p:spPr>
          <a:xfrm>
            <a:off x="20" y="1225106"/>
            <a:ext cx="4059915" cy="378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809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85B8E-07CD-4C93-EC02-332EB977F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Episode 1 directions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FF64B8-4031-1EEA-6940-214EC655C0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63" t="47342" r="14237" b="432"/>
          <a:stretch>
            <a:fillRect/>
          </a:stretch>
        </p:blipFill>
        <p:spPr>
          <a:xfrm>
            <a:off x="8085329" y="2872653"/>
            <a:ext cx="2182483" cy="2337759"/>
          </a:xfrm>
          <a:prstGeom prst="roundRect">
            <a:avLst>
              <a:gd name="adj" fmla="val 2833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8A696D-5805-EE25-4C51-0005ECBF2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64" y="2872653"/>
            <a:ext cx="4020111" cy="1076475"/>
          </a:xfrm>
          <a:prstGeom prst="roundRect">
            <a:avLst>
              <a:gd name="adj" fmla="val 18270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EC617C-068F-B152-6809-3849538D9004}"/>
              </a:ext>
            </a:extLst>
          </p:cNvPr>
          <p:cNvSpPr txBox="1"/>
          <p:nvPr/>
        </p:nvSpPr>
        <p:spPr>
          <a:xfrm>
            <a:off x="1057575" y="4055647"/>
            <a:ext cx="382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are the operators you’re going to use this to complete task How??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40D98B-08A5-D24F-A666-19351A56DE19}"/>
              </a:ext>
            </a:extLst>
          </p:cNvPr>
          <p:cNvSpPr txBox="1"/>
          <p:nvPr/>
        </p:nvSpPr>
        <p:spPr>
          <a:xfrm>
            <a:off x="7263971" y="5455351"/>
            <a:ext cx="382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Press and Drag the operators to the circular task to operate.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7FB6950-4473-A48A-5083-B07C4448403B}"/>
              </a:ext>
            </a:extLst>
          </p:cNvPr>
          <p:cNvSpPr/>
          <p:nvPr/>
        </p:nvSpPr>
        <p:spPr>
          <a:xfrm>
            <a:off x="1216325" y="3022758"/>
            <a:ext cx="327804" cy="3278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4B0AD6B-F69E-31E9-F9C4-41CF4AE28AFF}"/>
              </a:ext>
            </a:extLst>
          </p:cNvPr>
          <p:cNvSpPr/>
          <p:nvPr/>
        </p:nvSpPr>
        <p:spPr>
          <a:xfrm>
            <a:off x="8494144" y="3186660"/>
            <a:ext cx="327804" cy="3278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80079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6FDE646-639E-5EAF-34A2-B0FA40B0B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/>
          <a:lstStyle/>
          <a:p>
            <a:r>
              <a:rPr lang="en-US" dirty="0"/>
              <a:t>Episode 1 directions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D5BFD0F-697C-D0C7-8D77-5A4104A91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903" y="5019229"/>
            <a:ext cx="2553561" cy="136263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026884F-AE6C-526F-E402-79A2CB8146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98" b="-3298"/>
          <a:stretch>
            <a:fillRect/>
          </a:stretch>
        </p:blipFill>
        <p:spPr>
          <a:xfrm>
            <a:off x="813516" y="3094996"/>
            <a:ext cx="3401994" cy="17389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401688C-E9D3-A673-A0DA-6022B12B6FEB}"/>
              </a:ext>
            </a:extLst>
          </p:cNvPr>
          <p:cNvSpPr txBox="1"/>
          <p:nvPr/>
        </p:nvSpPr>
        <p:spPr>
          <a:xfrm>
            <a:off x="601913" y="4979783"/>
            <a:ext cx="382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the you successfully drag the operators to the operator will walk and use the elevator to go what floor the task is.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828B5D1-3E80-F2C3-4A94-AB4A5F465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586" y="2518307"/>
            <a:ext cx="3837898" cy="214372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848D06EF-5228-CF30-2CFD-4AB147324041}"/>
              </a:ext>
            </a:extLst>
          </p:cNvPr>
          <p:cNvSpPr/>
          <p:nvPr/>
        </p:nvSpPr>
        <p:spPr>
          <a:xfrm>
            <a:off x="960120" y="3262364"/>
            <a:ext cx="327804" cy="3278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0798F41-6DA3-9C6B-739F-E3FE19A45C58}"/>
              </a:ext>
            </a:extLst>
          </p:cNvPr>
          <p:cNvSpPr/>
          <p:nvPr/>
        </p:nvSpPr>
        <p:spPr>
          <a:xfrm>
            <a:off x="6607548" y="5114168"/>
            <a:ext cx="327804" cy="3278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67B067F-7E7E-152C-125A-73E94C37DF49}"/>
              </a:ext>
            </a:extLst>
          </p:cNvPr>
          <p:cNvSpPr/>
          <p:nvPr/>
        </p:nvSpPr>
        <p:spPr>
          <a:xfrm>
            <a:off x="7691600" y="2644137"/>
            <a:ext cx="327804" cy="3278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D90814-A052-E620-E914-2D2E1D16169A}"/>
              </a:ext>
            </a:extLst>
          </p:cNvPr>
          <p:cNvSpPr txBox="1"/>
          <p:nvPr/>
        </p:nvSpPr>
        <p:spPr>
          <a:xfrm>
            <a:off x="7691600" y="4787858"/>
            <a:ext cx="382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user will be ask to mark as approve or go to the trash bin</a:t>
            </a:r>
          </a:p>
        </p:txBody>
      </p:sp>
    </p:spTree>
    <p:extLst>
      <p:ext uri="{BB962C8B-B14F-4D97-AF65-F5344CB8AC3E}">
        <p14:creationId xmlns:p14="http://schemas.microsoft.com/office/powerpoint/2010/main" val="2642200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99E7B-154A-D8BC-EACC-CA47A571B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3697DD5-C6F2-6498-45EB-5456A7B63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/>
          <a:lstStyle/>
          <a:p>
            <a:r>
              <a:rPr lang="en-US" dirty="0"/>
              <a:t>Episode 1 directions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EAD6C2-5466-1057-D6E9-D5317083B7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623" t="38029"/>
          <a:stretch>
            <a:fillRect/>
          </a:stretch>
        </p:blipFill>
        <p:spPr>
          <a:xfrm>
            <a:off x="706058" y="2681081"/>
            <a:ext cx="2005779" cy="135781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AC12D114-DD9B-E57E-BF97-F36C9460F8DD}"/>
              </a:ext>
            </a:extLst>
          </p:cNvPr>
          <p:cNvSpPr/>
          <p:nvPr/>
        </p:nvSpPr>
        <p:spPr>
          <a:xfrm>
            <a:off x="862355" y="2793662"/>
            <a:ext cx="327804" cy="3278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D65B27-FB13-7EB7-80A5-C21C47C1BB09}"/>
              </a:ext>
            </a:extLst>
          </p:cNvPr>
          <p:cNvSpPr txBox="1"/>
          <p:nvPr/>
        </p:nvSpPr>
        <p:spPr>
          <a:xfrm>
            <a:off x="2868134" y="2863969"/>
            <a:ext cx="6946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the user are correct they will receive 100points </a:t>
            </a:r>
          </a:p>
          <a:p>
            <a:r>
              <a:rPr lang="en-US" dirty="0"/>
              <a:t>And each questions are 100points and task will appear in a pattern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F14C22-90CA-243C-3008-B3692191C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995" y="4229145"/>
            <a:ext cx="4218905" cy="19796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219FF9D-9996-2BF7-2D07-9BB40D66C3BE}"/>
              </a:ext>
            </a:extLst>
          </p:cNvPr>
          <p:cNvSpPr/>
          <p:nvPr/>
        </p:nvSpPr>
        <p:spPr>
          <a:xfrm>
            <a:off x="7570830" y="4355671"/>
            <a:ext cx="327804" cy="3278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3CCBB0-3AD9-5C47-99EA-ADE31A6F6356}"/>
              </a:ext>
            </a:extLst>
          </p:cNvPr>
          <p:cNvSpPr txBox="1"/>
          <p:nvPr/>
        </p:nvSpPr>
        <p:spPr>
          <a:xfrm>
            <a:off x="407850" y="4895799"/>
            <a:ext cx="6936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If the operation is completed the score will be added to your account</a:t>
            </a:r>
          </a:p>
        </p:txBody>
      </p:sp>
    </p:spTree>
    <p:extLst>
      <p:ext uri="{BB962C8B-B14F-4D97-AF65-F5344CB8AC3E}">
        <p14:creationId xmlns:p14="http://schemas.microsoft.com/office/powerpoint/2010/main" val="848285529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117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Franklin Gothic Demi Cond</vt:lpstr>
      <vt:lpstr>Franklin Gothic Medium</vt:lpstr>
      <vt:lpstr>Wingdings</vt:lpstr>
      <vt:lpstr>JuxtaposeVTI</vt:lpstr>
      <vt:lpstr>Episode 1</vt:lpstr>
      <vt:lpstr>Episode 1 directions</vt:lpstr>
      <vt:lpstr>Episode 1 directions</vt:lpstr>
      <vt:lpstr>Episode 1 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Gayto Keith</dc:creator>
  <cp:lastModifiedBy>Gayto Keith</cp:lastModifiedBy>
  <cp:revision>1</cp:revision>
  <dcterms:created xsi:type="dcterms:W3CDTF">2026-09-24T13:27:54Z</dcterms:created>
  <dcterms:modified xsi:type="dcterms:W3CDTF">2026-09-24T14:45:42Z</dcterms:modified>
</cp:coreProperties>
</file>